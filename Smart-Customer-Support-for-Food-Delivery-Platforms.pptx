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Alexandria Semi Bold"/>
      <p:regular r:id="rId12"/>
    </p:embeddedFont>
    <p:embeddedFont>
      <p:font typeface="Alexandria Semi Bold"/>
      <p:regular r:id="rId13"/>
    </p:embeddedFont>
    <p:embeddedFont>
      <p:font typeface="Sora Light"/>
      <p:regular r:id="rId14"/>
    </p:embeddedFont>
    <p:embeddedFont>
      <p:font typeface="Sora Light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84747"/>
            <a:ext cx="652343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FoodFlow Support Bot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2822377"/>
            <a:ext cx="7627382" cy="2950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Smart Customer Support for Food Delivery Platforms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58309" y="609802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Hackathon Project | Mysuru Royal Institute of Technology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04751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Problem &amp; Vision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33017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44709" y="3874532"/>
            <a:ext cx="3549372" cy="223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Users frequently ask repetitive support queries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Existing support systems are slow or inefficient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 operational costs for customer support teams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30339" y="33017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Our Vision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30339" y="3874532"/>
            <a:ext cx="3549372" cy="223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Build a fast, reliable chatbot for food delivery platforms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Combine FAQ database with real-time data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Implement intelligent AI fallback for complex queries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0434" y="397907"/>
            <a:ext cx="4876562" cy="43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Hybrid 3-Layer Architecture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3706" y="992981"/>
            <a:ext cx="6762750" cy="52176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16708" y="3152479"/>
            <a:ext cx="1179461" cy="851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Hybrid 3-Layer Routing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876991" y="4868632"/>
            <a:ext cx="1754659" cy="28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FAQ Engine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876991" y="5229273"/>
            <a:ext cx="1754659" cy="520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Matches against 100+ predefined queries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213947" y="3087303"/>
            <a:ext cx="1793016" cy="567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Response Delivered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213947" y="3731872"/>
            <a:ext cx="1793016" cy="34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Final answer returned to user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52310" y="4813345"/>
            <a:ext cx="1754659" cy="567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AI Fallback (Gemini)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952310" y="5457913"/>
            <a:ext cx="1754659" cy="34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Handles unknown or complex queries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05765" y="3077714"/>
            <a:ext cx="1793015" cy="567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Order Query Detection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605765" y="3722283"/>
            <a:ext cx="1793015" cy="347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Fetches order status from Firestore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1499" y="1279754"/>
            <a:ext cx="1802604" cy="567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User Query Received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371499" y="1924323"/>
            <a:ext cx="1802604" cy="34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Customer sends a question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520434" y="6301145"/>
            <a:ext cx="3142893" cy="1530429"/>
          </a:xfrm>
          <a:prstGeom prst="roundRect">
            <a:avLst>
              <a:gd name="adj" fmla="val 362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59975" y="6440686"/>
            <a:ext cx="396002" cy="396002"/>
          </a:xfrm>
          <a:prstGeom prst="roundRect">
            <a:avLst>
              <a:gd name="adj" fmla="val 23088483"/>
            </a:avLst>
          </a:prstGeom>
          <a:solidFill>
            <a:srgbClr val="1A2D7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8798" y="6549509"/>
            <a:ext cx="178237" cy="17823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59975" y="6917055"/>
            <a:ext cx="1998464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Order Query Detection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2659975" y="7182326"/>
            <a:ext cx="2863810" cy="33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Fetch real-time order status, ETA, and rider details from Firebase Firestore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743694" y="6301145"/>
            <a:ext cx="3142893" cy="1530429"/>
          </a:xfrm>
          <a:prstGeom prst="roundRect">
            <a:avLst>
              <a:gd name="adj" fmla="val 362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883235" y="6440686"/>
            <a:ext cx="396002" cy="396002"/>
          </a:xfrm>
          <a:prstGeom prst="roundRect">
            <a:avLst>
              <a:gd name="adj" fmla="val 23088483"/>
            </a:avLst>
          </a:prstGeom>
          <a:solidFill>
            <a:srgbClr val="1A2D7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2058" y="6549509"/>
            <a:ext cx="178237" cy="17823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883235" y="6917055"/>
            <a:ext cx="173712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FAQ Engine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883235" y="7182326"/>
            <a:ext cx="2863810" cy="509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100+ predefined support queries for instant responses on refunds, cancellations, and payments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966954" y="6301145"/>
            <a:ext cx="3142893" cy="1530429"/>
          </a:xfrm>
          <a:prstGeom prst="roundRect">
            <a:avLst>
              <a:gd name="adj" fmla="val 362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06495" y="6440686"/>
            <a:ext cx="396002" cy="396002"/>
          </a:xfrm>
          <a:prstGeom prst="roundRect">
            <a:avLst>
              <a:gd name="adj" fmla="val 23088483"/>
            </a:avLst>
          </a:prstGeom>
          <a:solidFill>
            <a:srgbClr val="1A2D7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15318" y="6549509"/>
            <a:ext cx="178237" cy="17823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06495" y="6917055"/>
            <a:ext cx="173712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AI Fallback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106495" y="7182326"/>
            <a:ext cx="2863810" cy="33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Gemini API handles unknown or complex queries with intelligent understanding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1723" y="559832"/>
            <a:ext cx="6857881" cy="63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Features &amp; Demo Flow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61723" y="1452324"/>
            <a:ext cx="38588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61723" y="1757363"/>
            <a:ext cx="7793355" cy="2286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6" name="Text 3"/>
          <p:cNvSpPr/>
          <p:nvPr/>
        </p:nvSpPr>
        <p:spPr>
          <a:xfrm>
            <a:off x="6161723" y="1899523"/>
            <a:ext cx="3006804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Real-Time Order Status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161723" y="2320052"/>
            <a:ext cx="7793355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Instant access to ETA, delivery stage, and rider information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61723" y="2928342"/>
            <a:ext cx="38588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61723" y="3233380"/>
            <a:ext cx="7793355" cy="2286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0" name="Text 7"/>
          <p:cNvSpPr/>
          <p:nvPr/>
        </p:nvSpPr>
        <p:spPr>
          <a:xfrm>
            <a:off x="6161723" y="3375541"/>
            <a:ext cx="2944892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Order History Retrieval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161723" y="3796070"/>
            <a:ext cx="7793355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Quick access to past orders and transaction details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61723" y="4404360"/>
            <a:ext cx="38588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61723" y="4709398"/>
            <a:ext cx="7793355" cy="2286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4" name="Text 11"/>
          <p:cNvSpPr/>
          <p:nvPr/>
        </p:nvSpPr>
        <p:spPr>
          <a:xfrm>
            <a:off x="6161723" y="4851559"/>
            <a:ext cx="29590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Instant FAQ Responses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161723" y="5272088"/>
            <a:ext cx="7793355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Predefined answers for refunds, cancellations, and payments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161723" y="5880378"/>
            <a:ext cx="38588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61723" y="6185416"/>
            <a:ext cx="7793355" cy="2286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8" name="Text 15"/>
          <p:cNvSpPr/>
          <p:nvPr/>
        </p:nvSpPr>
        <p:spPr>
          <a:xfrm>
            <a:off x="6161723" y="6327577"/>
            <a:ext cx="2965966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Smart Fallback System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6161723" y="6748105"/>
            <a:ext cx="7793355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Gemini API handles complex queries that aren't in the FAQ database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61723" y="7377827"/>
            <a:ext cx="7793355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Inspired by Swiggy and Zomato's seamless customer experience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11367"/>
            <a:ext cx="585751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Impact &amp; Innovation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309" y="2557343"/>
            <a:ext cx="541615" cy="541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33697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Lightning Fast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3855839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Faster than AI-only chatbots by using targeted database queries first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2557343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33697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Cost-Efficient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19819" y="3855839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Reduces reliance on expensive AI calls, making it scalable for production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329" y="2557343"/>
            <a:ext cx="541615" cy="541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33697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Accuracy First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81329" y="3855839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Minimizes hallucination risk through structured data before AI fallback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58309" y="4874181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Future Roadmap</a:t>
            </a:r>
            <a:endParaRPr lang="en-US" sz="2650" dirty="0"/>
          </a:p>
        </p:txBody>
      </p:sp>
      <p:sp>
        <p:nvSpPr>
          <p:cNvPr id="13" name="Text 8"/>
          <p:cNvSpPr/>
          <p:nvPr/>
        </p:nvSpPr>
        <p:spPr>
          <a:xfrm>
            <a:off x="758309" y="5626656"/>
            <a:ext cx="13113782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NLP improvements for better query understanding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Voice-based chatbot for hands-free support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Personalization using customer order history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2026-04-11T04:15:05Z</dcterms:created>
  <dcterms:modified xsi:type="dcterms:W3CDTF">2026-04-11T04:15:05Z</dcterms:modified>
</cp:coreProperties>
</file>